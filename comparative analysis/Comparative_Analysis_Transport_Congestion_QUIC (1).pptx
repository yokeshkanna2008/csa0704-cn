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TCP vs UDP Headers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TCP: Larger header → more control and reliability</a:t>
            </a:r>
          </a:p>
          <a:p>
            <a:pPr>
              <a:spcAft>
                <a:spcPts val="1600"/>
              </a:spcAft>
              <a:defRPr sz="2100"/>
            </a:pPr>
            <a:r>
              <a:t>• UDP: Smaller header → less overhead and faster delivery</a:t>
            </a:r>
          </a:p>
          <a:p>
            <a:pPr>
              <a:spcAft>
                <a:spcPts val="1600"/>
              </a:spcAft>
              <a:defRPr sz="2100"/>
            </a:pPr>
            <a:r>
              <a:t>• TCP: Connection-oriented, reliable, ordered data</a:t>
            </a:r>
          </a:p>
          <a:p>
            <a:pPr>
              <a:spcAft>
                <a:spcPts val="1600"/>
              </a:spcAft>
              <a:defRPr sz="2100"/>
            </a:pPr>
            <a:r>
              <a:t>• UDP: Connectionless, no guarantee of delivery or order</a:t>
            </a:r>
          </a:p>
          <a:p>
            <a:pPr>
              <a:spcAft>
                <a:spcPts val="1600"/>
              </a:spcAft>
              <a:defRPr sz="2100"/>
            </a:pPr>
            <a:r>
              <a:t>• UDP is preferred for video calls, live streaming and online gaming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Traffic Shaping vs Traffic Policing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Traffic Shaping: Buffers/delays extra packets to smooth traffic</a:t>
            </a:r>
          </a:p>
          <a:p>
            <a:pPr>
              <a:spcAft>
                <a:spcPts val="1600"/>
              </a:spcAft>
              <a:defRPr sz="2100"/>
            </a:pPr>
            <a:r>
              <a:t>• Traffic Policing: Drops or marks traffic above the allowed limit</a:t>
            </a:r>
          </a:p>
          <a:p>
            <a:pPr>
              <a:spcAft>
                <a:spcPts val="1600"/>
              </a:spcAft>
              <a:defRPr sz="2100"/>
            </a:pPr>
            <a:r>
              <a:t>• Shaping → smoother traffic flow</a:t>
            </a:r>
          </a:p>
          <a:p>
            <a:pPr>
              <a:spcAft>
                <a:spcPts val="1600"/>
              </a:spcAft>
              <a:defRPr sz="2100"/>
            </a:pPr>
            <a:r>
              <a:t>• Policing → strict traffic limit</a:t>
            </a:r>
          </a:p>
          <a:p>
            <a:pPr>
              <a:spcAft>
                <a:spcPts val="1600"/>
              </a:spcAft>
              <a:defRPr sz="2100"/>
            </a:pPr>
            <a:r>
              <a:t>• For real-time video calls, shaping can reduce sudden packet drops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TCP + TLS 1.2 vs QUIC + TLS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• TCP + TLS 1.2: More connection setup steps → higher startup delay</a:t>
            </a:r>
          </a:p>
          <a:p>
            <a:pPr>
              <a:spcAft>
                <a:spcPts val="1600"/>
              </a:spcAft>
              <a:defRPr sz="2100"/>
            </a:pPr>
            <a:r>
              <a:t>• QUIC + TLS 1.3: Faster connection establishment → lower latency</a:t>
            </a:r>
          </a:p>
          <a:p>
            <a:pPr>
              <a:spcAft>
                <a:spcPts val="1600"/>
              </a:spcAft>
              <a:defRPr sz="2100"/>
            </a:pPr>
            <a:r>
              <a:t>• QUIC runs over UDP and provides reliable, encrypted transport</a:t>
            </a:r>
          </a:p>
          <a:p>
            <a:pPr>
              <a:spcAft>
                <a:spcPts val="1600"/>
              </a:spcAft>
              <a:defRPr sz="2100"/>
            </a:pPr>
            <a:r>
              <a:t>• QUIC supports independent streams → less head-of-line blocking</a:t>
            </a:r>
          </a:p>
          <a:p>
            <a:pPr>
              <a:spcAft>
                <a:spcPts val="1600"/>
              </a:spcAft>
              <a:defRPr sz="2100"/>
            </a:pPr>
            <a:r>
              <a:t>• Result: faster startup and better performance on changing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183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Yokesh Kanna</dc:creator>
  <cp:keywords/>
  <dc:description>generated using python-pptx</dc:description>
  <cp:lastModifiedBy>Yokesh Kanna</cp:lastModifiedBy>
  <cp:revision>2</cp:revision>
  <dcterms:created xsi:type="dcterms:W3CDTF">2013-01-27T09:14:16Z</dcterms:created>
  <dcterms:modified xsi:type="dcterms:W3CDTF">2026-08-23T19:55:33Z</dcterms:modified>
  <cp:category/>
</cp:coreProperties>
</file>